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独立备注：只在 notes 中，NOTES-6043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方案：海风计划 PPTX-5932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正文数量 91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人数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试点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828800"/>
            <a:ext cx="1828800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